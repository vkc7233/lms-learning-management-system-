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oval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oval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05840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LearnHub LMS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Learning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MongoDB · Express · React · Node.js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1572768" cy="32918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3657600"/>
            <a:ext cx="1572768" cy="32918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86200" y="3657600"/>
            <a:ext cx="1572768" cy="32918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3657600"/>
            <a:ext cx="1572768" cy="32918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Payments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3657600"/>
            <a:ext cx="1572768" cy="32918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36576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Project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554480" cy="310896"/>
          </a:xfrm>
          <a:prstGeom prst="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LearnHub?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LearnHub is a production-ready LMS platform where admins manage the ecosystem, instructors publish courses, and students learn — with a full payment and discount system built 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148840"/>
            <a:ext cx="54864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25856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User Roles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" y="2560320"/>
            <a:ext cx="378561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Instructor &amp; Student portals — each with tailored dashboards and permissions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148840"/>
            <a:ext cx="54864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25856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Platform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9744" y="2560320"/>
            <a:ext cx="378561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publish, and manage courses with multi-lesson support, categories &amp; levels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474720"/>
            <a:ext cx="54864" cy="1170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358444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" y="3886200"/>
            <a:ext cx="378561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checkout flow — stores transaction history, amounts &amp; coupon usage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474720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3584448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3886200"/>
            <a:ext cx="378561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Admin-created discount codes — percentage or fixed, with usage limits &amp; expiry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oval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the MERN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993392" cy="3017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1993392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1993392" cy="3017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508760"/>
            <a:ext cx="1993392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50876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221284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Express.js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26517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1993392" cy="3017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508760"/>
            <a:ext cx="1993392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0876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09160" y="221284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6517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508760"/>
            <a:ext cx="1993392" cy="30175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508760"/>
            <a:ext cx="1993392" cy="64008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50876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221284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26517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Libraries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572000"/>
            <a:ext cx="160020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572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30552" y="4572000"/>
            <a:ext cx="160020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0552" y="4572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49624" y="4572000"/>
            <a:ext cx="160020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9624" y="4572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68696" y="4572000"/>
            <a:ext cx="160020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68696" y="4572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87768" y="4572000"/>
            <a:ext cx="1600200" cy="2926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45720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554480" cy="310896"/>
          </a:xfrm>
          <a:prstGeom prst="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21488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94767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865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String (unique)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18688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82549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String (hashed)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2644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admin|instructor|student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" y="37033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enrolledCourses: [CourseRef]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141732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1417320"/>
            <a:ext cx="214884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14173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34640" y="2340864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194767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description: String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2779776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23865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instructor: UserRef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3218688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282549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price: Number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3657600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32644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level: beginner|inter|adv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34640" y="4096512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37033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lessons: [LessonSchema]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52928" y="414223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enrolledStudents: [UserRef]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141732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74920" y="1417320"/>
            <a:ext cx="2148840" cy="4389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14173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166360" y="2340864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194767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UserRef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66360" y="2779776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23865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course: CourseRef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66360" y="3218688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282549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 originalAmount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66360" y="3657600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84648" y="32644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discountAmount: Number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4096512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84648" y="37033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transactionId: UUID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84648" y="414223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success|failed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06640" y="1417320"/>
            <a:ext cx="21488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06640" y="1417320"/>
            <a:ext cx="21488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14173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7498080" y="2340864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16368" y="194767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String (uppercase)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98080" y="2779776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6368" y="238658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discountType: %|fixed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98080" y="3218688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16368" y="282549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discountValue: Number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498080" y="3657600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16368" y="32644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maxUses, usedCount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0" y="4096512"/>
            <a:ext cx="1965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16368" y="37033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expiresAt: Date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16368" y="414223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isActive: Boolean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78608" y="2487168"/>
            <a:ext cx="146304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10328" y="2487168"/>
            <a:ext cx="146304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42048" y="2487168"/>
            <a:ext cx="146304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554480" cy="310896"/>
          </a:xfrm>
          <a:prstGeom prst="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RESTful API Endpoints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691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19656"/>
            <a:ext cx="16916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836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/register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122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679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JWT token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2461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user info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39112" y="1417320"/>
            <a:ext cx="169164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417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/api/courses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39112" y="1819656"/>
            <a:ext cx="1691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0552" y="18836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30552" y="21122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courses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30552" y="24505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/:id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0552" y="2679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30552" y="30175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30552" y="32461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(Admin/Instructor)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30552" y="358444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PUT|DELETE /:id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0552" y="381304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30552" y="415137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/:id/lessons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30552" y="437997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lesson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58184" y="1417320"/>
            <a:ext cx="1691640" cy="4023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8184" y="1417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/api/payments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58184" y="1819656"/>
            <a:ext cx="16916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9624" y="18836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/checkout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9624" y="21122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&amp; pay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9624" y="24505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/my-payments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9624" y="2679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history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9624" y="30175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9624" y="32461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payments (Admin)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77256" y="1417320"/>
            <a:ext cx="16916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77256" y="1417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/api/coupons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77256" y="1819656"/>
            <a:ext cx="16916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68696" y="18836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/validate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568696" y="21122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discount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68696" y="24505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68696" y="2679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create (Admin)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68696" y="30175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PUT|DELETE /:id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68696" y="32461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(Admin)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96328" y="1417320"/>
            <a:ext cx="169164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96328" y="14173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96328" y="1819656"/>
            <a:ext cx="16916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87768" y="18836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87768" y="21122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(Admin)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87768" y="24505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/profile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87768" y="267919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self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87768" y="30175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PUT|DELETE /:id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287768" y="32461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manage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4617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Levels: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45920" y="4663440"/>
            <a:ext cx="128016" cy="128016"/>
          </a:xfrm>
          <a:prstGeom prst="oval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462686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74720" y="4663440"/>
            <a:ext cx="128016" cy="12801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0" y="462686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(any logged-in user)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303520" y="4663440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462686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32320" y="4663440"/>
            <a:ext cx="128016" cy="128016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0" y="4626864"/>
            <a:ext cx="1600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/ Admin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554480" cy="310896"/>
          </a:xfrm>
          <a:prstGeom prst="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 &amp; Auth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2560320" cy="82296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46888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3957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&amp;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92608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8529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delete any course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3101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payment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7673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coupons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91440" cy="91440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2245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full platform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14173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417320"/>
            <a:ext cx="2560320" cy="822960"/>
          </a:xfrm>
          <a:prstGeom prst="rect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463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154680" y="18836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337560" y="2468880"/>
            <a:ext cx="91440" cy="91440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23957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own courses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2926080"/>
            <a:ext cx="91440" cy="91440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28529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manage lessons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383280"/>
            <a:ext cx="91440" cy="91440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33101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students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3840480"/>
            <a:ext cx="91440" cy="91440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7673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course analytics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4297680"/>
            <a:ext cx="91440" cy="91440"/>
          </a:xfrm>
          <a:prstGeom prst="oval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42245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payments/coupons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14173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97880" y="1417320"/>
            <a:ext cx="2560320" cy="82296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4630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897880" y="18836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80760" y="246888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45352" y="23957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course catalog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292608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8529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via checkout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80760" y="338328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45352" y="33101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coupon codes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80760" y="384048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45352" y="37673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payment history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80760" y="429768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422452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enrolled content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4846320"/>
            <a:ext cx="832104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Flow: POST /login → JWT token (7-day) → Bearer header on every request → Middleware verifies &amp; attaches req.user → authorize() checks role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554480" cy="310896"/>
          </a:xfrm>
          <a:prstGeom prst="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&amp; Coupon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0665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Course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browses catalog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0008" y="1920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60320" y="20665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Coupon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395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discount 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98848" y="1920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417320"/>
            <a:ext cx="1920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9160" y="20665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/payments/checkout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47688" y="19202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858000" y="1417320"/>
            <a:ext cx="1920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41732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58000" y="206654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Enrolled!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239572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granted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 Types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3822192"/>
            <a:ext cx="41148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822192"/>
            <a:ext cx="54864" cy="8595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58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Percentage Discount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41513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SAVE10 → 10% off → ₹1999 becomes ₹1799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1148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822192"/>
            <a:ext cx="54864" cy="8595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858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Amount Off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41513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FLAT200 → ₹200 off → ₹1999 becomes ₹1799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Max uses · Expiry date · Active/inactive toggle · Usage progress tracking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554480" cy="310896"/>
          </a:xfrm>
          <a:prstGeom prst="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Application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840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App.js           (routing)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context/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AuthContext.js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api.js  (axios)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layout/Sidebar.js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common/Modal.js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pages/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admin/   (5 pages)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instructor/  (2)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student/  (4 pages)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Patterns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8288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828800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Context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21579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auth state via React Context. Login/logout/register methods + user object available throughout app.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6517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651760"/>
            <a:ext cx="45720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7066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 Interceptors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0016" y="2980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Auto-attach JWT Bearer token on requests. 401 response auto-redirects to login and clears storage.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4747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474720"/>
            <a:ext cx="457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5295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Routes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0016" y="38039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PrivateRoute wrapper checks auth + role. Unauthorized users redirected. Role-based home redirect.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2976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4297680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4352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Optimistic UI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0016" y="46268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on actions. Local state updates before API confirmation for snappy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oval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Run Locally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160520" cy="301752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384048" cy="38404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" y="15361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Configure Backend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93392"/>
            <a:ext cx="3886200" cy="1892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48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backend &amp;&amp; npm install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2374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  # set MONGO_URI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6265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seed          # load demo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015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           # → localhost:5000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4160520" cy="301752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508760"/>
            <a:ext cx="384048" cy="384048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22392" y="15361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&amp; Start Frontend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993392"/>
            <a:ext cx="3886200" cy="1453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0848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frontend &amp;&amp; npm install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52374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.env.example .env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96265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start             # → localhost:3000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572000"/>
            <a:ext cx="8321040" cy="4572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268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→  Admin: admin@lms.com  ·  Instructor: instructor@lms.com  ·  Student: student@lms.com  ·  Password: password123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oval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oval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LearnHub LMS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ready to deploy.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MERN backend — 4 models, 5 route groups, JWT auth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55117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3-role React frontend — 11 pages with full CRUD interfaces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535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Simulated payment system with transaction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5584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Coupon engine — % and fixed discounts, limits, expiry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7581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Seed script with demo accounts for all 3 roles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Design Document + API reference + setup instructions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3716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481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6060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715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3264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384048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9502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92240" y="44988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663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LearnHub LMS — Project Presentation</dc:title>
  <dc:subject>PptxGenJS Presentation</dc:subject>
  <dc:creator>PptxGenJS</dc:creator>
  <cp:lastModifiedBy>PptxGenJS</cp:lastModifiedBy>
  <cp:revision>1</cp:revision>
  <dcterms:created xsi:type="dcterms:W3CDTF">2026-04-22T03:28:13Z</dcterms:created>
  <dcterms:modified xsi:type="dcterms:W3CDTF">2026-04-22T03:28:13Z</dcterms:modified>
</cp:coreProperties>
</file>